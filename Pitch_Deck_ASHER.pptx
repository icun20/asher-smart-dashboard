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ASHER SMART IT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Proposal Kerjasama Digitalisasi Mesin The ASHER</a:t>
            </a:r>
          </a:p>
          <a:p/>
          <a:p>
            <a:r>
              <a:t>Oleh: IT Consultant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Fakta Pembuka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Mesin yang tidak menghasilkan data, hanya menghasilkan biaya.</a:t>
            </a:r>
          </a:p>
          <a:p>
            <a:r>
              <a:t>The ASHER mereduksi 96% volume sampah menjadi abu.</a:t>
            </a:r>
          </a:p>
          <a:p>
            <a:r>
              <a:t>Tanpa digitalisasi, kehebatan ini tidak bisa dibuktikan kepada regulator.</a:t>
            </a:r>
          </a:p>
          <a:p>
            <a:r>
              <a:t>Kompetitor global sudah menjual mesin bundling dengan IoT + AI.</a:t>
            </a:r>
          </a:p>
          <a:p>
            <a:r>
              <a:t>Bagaimana agar The ASHER cerdas secara data?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 Masalah Utama Klien Pamarai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1. Tidak ada data operasional real-time</a:t>
            </a:r>
          </a:p>
          <a:p>
            <a:pPr lvl="1"/>
            <a:r>
              <a:t>  - Klien tidak tahu tonase, emisi, atau kapan servis dibutuhkan.</a:t>
            </a:r>
          </a:p>
          <a:p>
            <a:r>
              <a:t>2. Pelaporan ESG/HSE masih manual</a:t>
            </a:r>
          </a:p>
          <a:p>
            <a:pPr lvl="1"/>
            <a:r>
              <a:t>  - Rawan human error, tidak dipercaya auditor global.</a:t>
            </a:r>
          </a:p>
          <a:p>
            <a:r>
              <a:t>3. Maintenance bersifat reaktif</a:t>
            </a:r>
          </a:p>
          <a:p>
            <a:pPr lvl="1"/>
            <a:r>
              <a:t>  - Diperbaiki setelah rusak. Downtime mahal.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Solusi: The ASHER Smart IT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Melapisi mesin fisik dengan 3 lapisan digital:</a:t>
            </a:r>
          </a:p>
          <a:p>
            <a:pPr lvl="1"/>
            <a:r>
              <a:t>  - LAYER 3: Dashboard &amp; Reporting (Next.js Web App)</a:t>
            </a:r>
          </a:p>
          <a:p>
            <a:pPr lvl="1"/>
            <a:r>
              <a:t>  - LAYER 2: AI &amp; Analytics Engine (Python + ML)</a:t>
            </a:r>
          </a:p>
          <a:p>
            <a:pPr lvl="1"/>
            <a:r>
              <a:t>  - LAYER 1: IoT Sensor &amp; Data Capture (Hardware)</a:t>
            </a:r>
          </a:p>
          <a:p>
            <a:r>
              <a:t>Tagline: Make the invisible, visible.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#1: Carbon Accounting &amp; Credit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Target: Direksi / C-Level / Investor</a:t>
            </a:r>
          </a:p>
          <a:p>
            <a:r>
              <a:t>Cara Kerja:</a:t>
            </a:r>
          </a:p>
          <a:p>
            <a:pPr lvl="1"/>
            <a:r>
              <a:t>  - Sensor mencatat tonase masuk dan listrik (kWh).</a:t>
            </a:r>
          </a:p>
          <a:p>
            <a:pPr lvl="1"/>
            <a:r>
              <a:t>  - Kalkulasi otomatis selisih baseline TPA vs Emisi Aktual ASHER.</a:t>
            </a:r>
          </a:p>
          <a:p>
            <a:pPr lvl="1"/>
            <a:r>
              <a:t>  - Hasil dikonversi ke nilai finansial (USD).</a:t>
            </a:r>
          </a:p>
          <a:p>
            <a:r>
              <a:t>Standar Acuan: GHG Protocol, ISO 14064-1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#2: HSE Real-Time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Target: Manajer K3 / Lingkungan</a:t>
            </a:r>
          </a:p>
          <a:p>
            <a:r>
              <a:t>Sensor yang dipasang:</a:t>
            </a:r>
          </a:p>
          <a:p>
            <a:pPr lvl="1"/>
            <a:r>
              <a:t>  - PM2.5, SO2, NO2, CO, Suhu Ruang Bakar.</a:t>
            </a:r>
          </a:p>
          <a:p>
            <a:r>
              <a:t>Alert System:</a:t>
            </a:r>
          </a:p>
          <a:p>
            <a:pPr lvl="1"/>
            <a:r>
              <a:t>  - AMAN (Hijau), WASPADA (Amber), BAHAYA (Merah).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#3: AI Predictive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Target: Manajer Operasional / Teknisi Lapangan</a:t>
            </a:r>
          </a:p>
          <a:p>
            <a:r>
              <a:t>Solusi AI: Mesin memberitahu kapan butuh servis.</a:t>
            </a:r>
          </a:p>
          <a:p>
            <a:r>
              <a:t>Output Dashboard:</a:t>
            </a:r>
          </a:p>
          <a:p>
            <a:pPr lvl="1"/>
            <a:r>
              <a:t>  - 'Ganti Kipas Blower dalam 12 hari - Akurasi Prediksi: 94%'</a:t>
            </a:r>
          </a:p>
          <a:p>
            <a:pPr lvl="1"/>
            <a:r>
              <a:t>  - 'Bersihkan Ruang Plasma dalam 24 hari - Akurasi Prediksi: 88%'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Peta Teknologi AI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1. Deteksi Kejanggalan (Isolation Forest)</a:t>
            </a:r>
          </a:p>
          <a:p>
            <a:pPr lvl="1"/>
            <a:r>
              <a:t>  - Input: Sensor suhu/gas. Mendeteksi pola abnormal.</a:t>
            </a:r>
          </a:p>
          <a:p>
            <a:r>
              <a:t>2. Prediksi Umur Komponen (XGBoost)</a:t>
            </a:r>
          </a:p>
          <a:p>
            <a:pPr lvl="1"/>
            <a:r>
              <a:t>  - Input: Jam operasi. Memprediksi sisa umur part (RUL).</a:t>
            </a:r>
          </a:p>
          <a:p>
            <a:r>
              <a:t>3. Klasifikasi Sampah (YOLOv8 - Computer Vision)</a:t>
            </a:r>
          </a:p>
          <a:p>
            <a:pPr lvl="1"/>
            <a:r>
              <a:t>  - Input: Video Kamera. Mendeteksi persentase jenis sampah.</a:t>
            </a:r>
          </a:p>
          <a:p>
            <a:r>
              <a:t>4. Kalkulasi Karbon (Rule-Based Formula)</a:t>
            </a:r>
          </a:p>
          <a:p>
            <a:pPr lvl="1"/>
            <a:r>
              <a:t>  - Sengaja tidak pakai ML agar bisa diaudit.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Buka Browser: asher-smart-dashboard.vercel.app</a:t>
            </a:r>
          </a:p>
          <a:p>
            <a:r>
              <a:t>Demo 1: Dashboard Eksekutif</a:t>
            </a:r>
          </a:p>
          <a:p>
            <a:pPr lvl="1"/>
            <a:r>
              <a:t>  - Tunjukkan Carbon Credit dan fitur Unduh Laporan PDF.</a:t>
            </a:r>
          </a:p>
          <a:p>
            <a:r>
              <a:t>Demo 2: Dashboard HSE</a:t>
            </a:r>
          </a:p>
          <a:p>
            <a:pPr lvl="1"/>
            <a:r>
              <a:t>  - Tunjukkan status emisi dan warna alert log insiden.</a:t>
            </a:r>
          </a:p>
          <a:p>
            <a:r>
              <a:t>Demo 3: Dashboard Operator</a:t>
            </a:r>
          </a:p>
          <a:p>
            <a:pPr lvl="1"/>
            <a:r>
              <a:t>  - Tunjukkan AI Camera dan sistem Predictive Maintenance.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&amp; Arsitektur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Frontend: Next.js + React + Tailwind CSS</a:t>
            </a:r>
          </a:p>
          <a:p>
            <a:r>
              <a:t>Backend API: Python FastAPI</a:t>
            </a:r>
          </a:p>
          <a:p>
            <a:r>
              <a:t>AI/ML Engine: scikit-learn, XGBoost, Ultralytics YOLOv8</a:t>
            </a:r>
          </a:p>
          <a:p>
            <a:r>
              <a:t>Database: PostgreSQL + TimescaleDB</a:t>
            </a:r>
          </a:p>
          <a:p>
            <a:r>
              <a:t>Cloud Infrastructure: AWS / GCP</a:t>
            </a:r>
          </a:p>
          <a:p>
            <a:r>
              <a:t>IoT Gateway: Raspberry Pi / ESP32 + MQTT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Bisnis (Opsi untuk Pamarai)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A. Bundling Premium</a:t>
            </a:r>
          </a:p>
          <a:p>
            <a:pPr lvl="1"/>
            <a:r>
              <a:t>  - Dijual sebagai fitur tambahan saat pembelian mesin baru.</a:t>
            </a:r>
          </a:p>
          <a:p>
            <a:r>
              <a:t>B. SaaS Subscription</a:t>
            </a:r>
          </a:p>
          <a:p>
            <a:pPr lvl="1"/>
            <a:r>
              <a:t>  - Klien membayar langganan bulanan untuk akses dashboard.</a:t>
            </a:r>
          </a:p>
          <a:p>
            <a:r>
              <a:t>C. Revenue Sharing Carbon Credit</a:t>
            </a:r>
          </a:p>
          <a:p>
            <a:pPr lvl="1"/>
            <a:r>
              <a:t>  - Pamarai mendapat persentase dari Carbon Credit klien.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Digitalisasi membuat The ASHER bernilai jual jauh lebih tinggi.</a:t>
            </a:r>
          </a:p>
          <a:p>
            <a:r>
              <a:t>Next Steps:</a:t>
            </a:r>
          </a:p>
          <a:p>
            <a:pPr lvl="1"/>
            <a:r>
              <a:t>  1. Pilot Project (3 Bulan): Pasang IoT di 1 unit mesin.</a:t>
            </a:r>
          </a:p>
          <a:p>
            <a:pPr lvl="1"/>
            <a:r>
              <a:t>  2. MVP Launch (6 Bulan): Rollout ke 5 klien pertama.</a:t>
            </a:r>
          </a:p>
          <a:p>
            <a:pPr lvl="1"/>
            <a:r>
              <a:t>  3. Scale (12 Bulan): Rollout massal.</a:t>
            </a:r>
          </a:p>
          <a:p>
            <a:r>
              <a:t>Kompetitor menjual mesin. Pamarai menjual SOLUSI.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